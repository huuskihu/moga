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1F4E79"/>
                </a:solidFill>
              </a:defRPr>
            </a:pPr>
            <a:r>
              <a:t>梯度下降  vs  遗传算法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通俗 · 给模型调参，到底该“算梯度下山”，还是该“进化式海选”？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专业 · 基于梯度的优化与多目标进化优化，在白盒 ODE 参数标定任务中的对照研究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问题：两种 AI4Science 模型，两种训练范式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两种 AI 模型都在“让计算机自动拟合数据”，只是调参方式完全不同。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二者均属数据驱动的参数估计任务，却分别采用梯度反向传播与多目标进化优化两种优化范式。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T-World 是把心肌细胞写成“每个参数都看得懂含义”的物理方程组，所以用遗传算法来调参。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T-World 为机理驱动的白盒常微分方程（ODE）模型，参数具生理学可解释性，故采用多目标遗传算法（MOGA）标定。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ProteoFlow / UMA 把规律装进“光滑可导的神经网络”，所以能直接求梯度。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ProteoFlow / UMA 采用可微神经网络参数化（流匹配速度场 / 等变图网络），支持端到端基于梯度的训练。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核心疑问：同样拟合数据，凭啥一个用进化、一个用梯度？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核心问题：同一拟合任务，其优化范式的选择差异，其内在决定因素为何？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方法：一个“麻雀虽小、五脏俱全”的替身模型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不搬原模型（太大、要超算），造了个保留关键特征的迷你细胞模型。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采用 FitzHugh–Nagumo 可兴奋系统作为降维替身，保留“白盒 / 刚性 / 阈值”三大核心特征。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它一边动得快、一边动得慢（叫刚性）；发不发放是“一刀切”的（有阈值）。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eps &lt;&lt; 1 引入刚性，快慢时间尺度相差约 50 倍；系统具兴奋阈值，发放与否为二值事件，类比早/延迟后除极（EAD/DAD）。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有 4 个旋钮参数，真实值能让细胞“每刺激一下发一次”。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4 个待拟合参数 [eps, a, b, amp]，真实值 [0.02, 0.8, 0.8, 0.8] 对应 1:1 刺激-发放；目标为向量 [f_MSE, f_fire]。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对比设计：只换“模型长相”，其余全不动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做一次控制变量：数据、优化器都不动，只换模型的参数化方式。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以参数化方式为唯一控制变量，保持数据与优化器不变，进行受控对照实验。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路线①：硬要用梯度下降的白盒 ODE（T-World 的反例）。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方案①：GD + 白盒 ODE——对应“若 T-World 坚持梯度下降”的反事实情形。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路线②：进化算法 + 白盒 ODE（T-World 实际做法）。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方案②：MOGA + 白盒 ODE——对应 T-World 实际采用的标定方式。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路线③：梯度下降 + 可微神经代理（ProteoFlow/UMA 范式）。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方案③：GD + 可微神经代理——对应 ProteoFlow / UMA 的可微参数化范式。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结果一：拟合效果</a:t>
            </a:r>
          </a:p>
        </p:txBody>
      </p:sp>
      <p:pic>
        <p:nvPicPr>
          <p:cNvPr id="3" name="Picture 2" descr="fig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71600"/>
            <a:ext cx="10058400" cy="4693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E74B5"/>
                </a:solidFill>
              </a:defRPr>
            </a:pPr>
            <a:r>
              <a:t>通俗 · 一眼看出：红色（梯度下降）卡死、发错了 28 次；绿色（遗传算法）几乎和真值重合。</a:t>
            </a:r>
          </a:p>
          <a:p>
            <a:pPr>
              <a:defRPr sz="1200">
                <a:solidFill>
                  <a:srgbClr val="707070"/>
                </a:solidFill>
              </a:defRPr>
            </a:pPr>
            <a:r>
              <a:t>专业 · 梯度下降陷入错误发放模式的局部极小（28 次 vs 4 次）；遗传算法恢复真实波形（MSE 0.0004）。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结果二：损失曲线</a:t>
            </a:r>
          </a:p>
        </p:txBody>
      </p:sp>
      <p:pic>
        <p:nvPicPr>
          <p:cNvPr id="3" name="Picture 2" descr="fi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71600"/>
            <a:ext cx="10058400" cy="4693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E74B5"/>
                </a:solidFill>
              </a:defRPr>
            </a:pPr>
            <a:r>
              <a:t>通俗 · 损失掉到 2.06 就再也不动了——不是没跑够，是真下不去了；紫色（神经代理）却一路光滑向下。</a:t>
            </a:r>
          </a:p>
          <a:p>
            <a:pPr>
              <a:defRPr sz="1200">
                <a:solidFill>
                  <a:srgbClr val="707070"/>
                </a:solidFill>
              </a:defRPr>
            </a:pPr>
            <a:r>
              <a:t>专业 · GD+白盒 ODE 收敛至非零平台（局部极小）；GD+神经代理单调下降至 0.06；GA 达 0.0004。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结果三：遗传算法收敛</a:t>
            </a:r>
          </a:p>
        </p:txBody>
      </p:sp>
      <p:pic>
        <p:nvPicPr>
          <p:cNvPr id="3" name="Picture 2" descr="fig_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71600"/>
            <a:ext cx="10058400" cy="4693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E74B5"/>
                </a:solidFill>
              </a:defRPr>
            </a:pPr>
            <a:r>
              <a:t>通俗 · 几十代就找到答案，100% 的候选都“发对了次数”。</a:t>
            </a:r>
          </a:p>
          <a:p>
            <a:pPr>
              <a:defRPr sz="1200">
                <a:solidFill>
                  <a:srgbClr val="707070"/>
                </a:solidFill>
              </a:defRPr>
            </a:pPr>
            <a:r>
              <a:t>专业 · MOGA 在数十代内收敛至 MSE≈0.0004，末代种群 100% 满足发放次数约束（f_fire=0）。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结论：差异在“参数化”，不在“优化器”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工具没坏——梯度下降对可微的神经代理，0.5 秒就收敛好了。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梯度下降本身有效：对可微神经代理，损失平滑收敛（MSE 0.06，0.5s），证明失效并非源于优化器。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是模型“长得太硬”，让梯度下降使不上劲：卡在错误放电，还守不住参数下界。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刚性白盒 ODE 的病态条件数与非光滑解使 GD 陷入局部极小，并逸出可行域（eps 略低于生理下界 0.01）。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进化算法不靠导数，稳，找回真值。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MOGA 不依赖梯度，对刚性、阈值与不可导目标鲁棒，稳健恢复真值（MSE 0.0004）。</a:t>
            </a:r>
          </a:p>
          <a:p>
            <a:pPr>
              <a:spcBef>
                <a:spcPts val="600"/>
              </a:spcBef>
              <a:defRPr sz="1600">
                <a:solidFill>
                  <a:srgbClr val="2E74B5"/>
                </a:solidFill>
              </a:defRPr>
            </a:pPr>
            <a:r>
              <a:t>通俗 · 给你选型一句话：要保真可解释 → 用进化；要端到端又快 → 用可微 + 梯度。</a:t>
            </a:r>
          </a:p>
          <a:p>
            <a:pPr lvl="1">
              <a:spcAft>
                <a:spcPts val="600"/>
              </a:spcAft>
              <a:defRPr sz="1300">
                <a:solidFill>
                  <a:srgbClr val="707070"/>
                </a:solidFill>
              </a:defRPr>
            </a:pPr>
            <a:r>
              <a:t>专业 · 工程准则：机理保真优先时选进化优化；端到端可训练性优先时选可微参数化 + 梯度下降。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